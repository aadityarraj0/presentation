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61" r:id="rId9"/>
    <p:sldId id="275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VT323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11742">
            <a:off x="13601091" y="7335281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49"/>
                </a:lnTo>
                <a:lnTo>
                  <a:pt x="0" y="498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7222" y="3249359"/>
            <a:ext cx="14813553" cy="4224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24"/>
              </a:lnSpc>
            </a:pPr>
            <a:r>
              <a:rPr lang="en-US" sz="1766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LOOP CONTROL STATEMENTS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0"/>
            <a:ext cx="1938317" cy="309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41"/>
              </a:lnSpc>
              <a:spcBef>
                <a:spcPct val="0"/>
              </a:spcBef>
            </a:pPr>
            <a:r>
              <a:rPr lang="en-US" sz="184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Wingdings" panose="05000000000000000000" pitchFamily="2" charset="2"/>
              </a:rPr>
              <a:t>:(</a:t>
            </a:r>
            <a:endParaRPr lang="en-US" sz="18458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80903" y="1583067"/>
            <a:ext cx="7726193" cy="5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4"/>
              </a:lnSpc>
              <a:spcBef>
                <a:spcPct val="0"/>
              </a:spcBef>
            </a:pPr>
            <a:r>
              <a:rPr lang="en-US" sz="3353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BREAK AND CONTINUE STATEMENT.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8998" y="8050236"/>
            <a:ext cx="11430000" cy="1165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94"/>
              </a:lnSpc>
              <a:spcBef>
                <a:spcPct val="0"/>
              </a:spcBef>
            </a:pPr>
            <a:r>
              <a:rPr lang="en-US" sz="3353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PRESENTED BY : ADITYA RAJ, ADITYA, BIDYA SAGAR, ABDUL BAASIT, 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15295" y="0"/>
            <a:ext cx="1633517" cy="2173600"/>
          </a:xfrm>
          <a:custGeom>
            <a:avLst/>
            <a:gdLst/>
            <a:ahLst/>
            <a:cxnLst/>
            <a:rect l="l" t="t" r="r" b="b"/>
            <a:pathLst>
              <a:path w="2485778" h="3128554">
                <a:moveTo>
                  <a:pt x="0" y="0"/>
                </a:moveTo>
                <a:lnTo>
                  <a:pt x="2485778" y="0"/>
                </a:lnTo>
                <a:lnTo>
                  <a:pt x="2485778" y="3128554"/>
                </a:lnTo>
                <a:lnTo>
                  <a:pt x="0" y="3128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0"/>
            <a:ext cx="1633517" cy="309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41"/>
              </a:lnSpc>
              <a:spcBef>
                <a:spcPct val="0"/>
              </a:spcBef>
            </a:pPr>
            <a:r>
              <a:rPr lang="en-US" sz="184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:(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8110341" y="2484647"/>
            <a:ext cx="30241481" cy="1328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83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HOW DOES A LOOP WORK? </a:t>
            </a:r>
            <a:r>
              <a:rPr lang="en-US" sz="8300" dirty="0">
                <a:solidFill>
                  <a:schemeClr val="tx1">
                    <a:lumMod val="95000"/>
                    <a:lumOff val="5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HOW DOES A LOOP WORK? </a:t>
            </a:r>
            <a:r>
              <a:rPr lang="en-US" sz="83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HOW DOES A LOOP WORK? </a:t>
            </a:r>
          </a:p>
        </p:txBody>
      </p:sp>
      <p:sp>
        <p:nvSpPr>
          <p:cNvPr id="11" name="Freeform 11"/>
          <p:cNvSpPr/>
          <p:nvPr/>
        </p:nvSpPr>
        <p:spPr>
          <a:xfrm rot="-1211742">
            <a:off x="3187065" y="1548373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8" y="0"/>
                </a:lnTo>
                <a:lnTo>
                  <a:pt x="308058" y="498249"/>
                </a:lnTo>
                <a:lnTo>
                  <a:pt x="0" y="4982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43986B-CAAA-4D59-77A8-0DCF3A4840D0}"/>
              </a:ext>
            </a:extLst>
          </p:cNvPr>
          <p:cNvSpPr/>
          <p:nvPr/>
        </p:nvSpPr>
        <p:spPr>
          <a:xfrm>
            <a:off x="169118" y="4283944"/>
            <a:ext cx="5241082" cy="838200"/>
          </a:xfrm>
          <a:prstGeom prst="round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F419BE-9DB4-DD56-25D8-AAC4C8A34B2F}"/>
              </a:ext>
            </a:extLst>
          </p:cNvPr>
          <p:cNvSpPr/>
          <p:nvPr/>
        </p:nvSpPr>
        <p:spPr>
          <a:xfrm>
            <a:off x="4746044" y="5473060"/>
            <a:ext cx="4680000" cy="838200"/>
          </a:xfrm>
          <a:prstGeom prst="round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B705A1-0BF2-8CE6-9503-A22AA7176E9A}"/>
              </a:ext>
            </a:extLst>
          </p:cNvPr>
          <p:cNvSpPr/>
          <p:nvPr/>
        </p:nvSpPr>
        <p:spPr>
          <a:xfrm>
            <a:off x="8632069" y="7108593"/>
            <a:ext cx="4680000" cy="838200"/>
          </a:xfrm>
          <a:prstGeom prst="round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D54E1EF-7E6E-9DA5-4E30-D20A8AACD659}"/>
              </a:ext>
            </a:extLst>
          </p:cNvPr>
          <p:cNvSpPr/>
          <p:nvPr/>
        </p:nvSpPr>
        <p:spPr>
          <a:xfrm>
            <a:off x="10151468" y="5639634"/>
            <a:ext cx="1880108" cy="505052"/>
          </a:xfrm>
          <a:prstGeom prst="rightArrow">
            <a:avLst>
              <a:gd name="adj1" fmla="val 38128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01F90B8D-3C07-A28B-7691-74C359BF8E4E}"/>
              </a:ext>
            </a:extLst>
          </p:cNvPr>
          <p:cNvSpPr/>
          <p:nvPr/>
        </p:nvSpPr>
        <p:spPr>
          <a:xfrm rot="5400000" flipV="1">
            <a:off x="14343773" y="6618198"/>
            <a:ext cx="976563" cy="1328825"/>
          </a:xfrm>
          <a:prstGeom prst="bentUpArrow">
            <a:avLst>
              <a:gd name="adj1" fmla="val 21930"/>
              <a:gd name="adj2" fmla="val 25000"/>
              <a:gd name="adj3" fmla="val 280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Arrow: Bent-Up 27">
            <a:extLst>
              <a:ext uri="{FF2B5EF4-FFF2-40B4-BE49-F238E27FC236}">
                <a16:creationId xmlns:a16="http://schemas.microsoft.com/office/drawing/2014/main" id="{DCB9F7B5-F95C-4862-579C-6044C0C998CF}"/>
              </a:ext>
            </a:extLst>
          </p:cNvPr>
          <p:cNvSpPr/>
          <p:nvPr/>
        </p:nvSpPr>
        <p:spPr>
          <a:xfrm flipV="1">
            <a:off x="5786452" y="4572384"/>
            <a:ext cx="1132653" cy="758117"/>
          </a:xfrm>
          <a:prstGeom prst="bentUpArrow">
            <a:avLst>
              <a:gd name="adj1" fmla="val 23022"/>
              <a:gd name="adj2" fmla="val 33898"/>
              <a:gd name="adj3" fmla="val 348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727CAC-7ADD-613A-7927-272422CC834B}"/>
              </a:ext>
            </a:extLst>
          </p:cNvPr>
          <p:cNvSpPr txBox="1"/>
          <p:nvPr/>
        </p:nvSpPr>
        <p:spPr>
          <a:xfrm>
            <a:off x="426559" y="4283944"/>
            <a:ext cx="472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VT323" panose="020B0604020202020204" charset="0"/>
              </a:rPr>
              <a:t>INITIALIZATION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E4E414-20D4-EAEB-3080-5DB1D3FB0DC6}"/>
              </a:ext>
            </a:extLst>
          </p:cNvPr>
          <p:cNvSpPr txBox="1"/>
          <p:nvPr/>
        </p:nvSpPr>
        <p:spPr>
          <a:xfrm>
            <a:off x="4998207" y="5540583"/>
            <a:ext cx="4365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CONDITION 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A37C48-15A7-F5BD-B8F3-E65C0F7556AA}"/>
              </a:ext>
            </a:extLst>
          </p:cNvPr>
          <p:cNvSpPr txBox="1"/>
          <p:nvPr/>
        </p:nvSpPr>
        <p:spPr>
          <a:xfrm>
            <a:off x="8845495" y="7155803"/>
            <a:ext cx="4253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VARIABLE UPDATES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C93051F-F4F1-1FA7-5B49-58CB338321F7}"/>
              </a:ext>
            </a:extLst>
          </p:cNvPr>
          <p:cNvSpPr/>
          <p:nvPr/>
        </p:nvSpPr>
        <p:spPr>
          <a:xfrm>
            <a:off x="4390536" y="8611740"/>
            <a:ext cx="13043729" cy="838200"/>
          </a:xfrm>
          <a:prstGeom prst="round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582E0627-F4B9-4D17-1B9B-7D666E0A7A59}"/>
              </a:ext>
            </a:extLst>
          </p:cNvPr>
          <p:cNvSpPr txBox="1"/>
          <p:nvPr/>
        </p:nvSpPr>
        <p:spPr>
          <a:xfrm>
            <a:off x="4409586" y="8141268"/>
            <a:ext cx="12908998" cy="1205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This cycle repeats until the condition becomes false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6B9497-04EF-1C5D-0CAA-A07AB00D0C59}"/>
              </a:ext>
            </a:extLst>
          </p:cNvPr>
          <p:cNvSpPr/>
          <p:nvPr/>
        </p:nvSpPr>
        <p:spPr>
          <a:xfrm>
            <a:off x="12777999" y="5468014"/>
            <a:ext cx="4680000" cy="838200"/>
          </a:xfrm>
          <a:prstGeom prst="round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66632-A802-A30B-9DA6-7945475E6B7F}"/>
              </a:ext>
            </a:extLst>
          </p:cNvPr>
          <p:cNvSpPr txBox="1"/>
          <p:nvPr/>
        </p:nvSpPr>
        <p:spPr>
          <a:xfrm>
            <a:off x="12935061" y="5533171"/>
            <a:ext cx="4365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BODY EXECUTION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815C2AF-7ABC-4DFB-1117-675F8B3357E6}"/>
              </a:ext>
            </a:extLst>
          </p:cNvPr>
          <p:cNvSpPr/>
          <p:nvPr/>
        </p:nvSpPr>
        <p:spPr>
          <a:xfrm rot="10800000" flipV="1">
            <a:off x="6295255" y="6840063"/>
            <a:ext cx="1247702" cy="885093"/>
          </a:xfrm>
          <a:prstGeom prst="bentUpArrow">
            <a:avLst>
              <a:gd name="adj1" fmla="val 19919"/>
              <a:gd name="adj2" fmla="val 34315"/>
              <a:gd name="adj3" fmla="val 40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6D09A1-1537-CFEA-B0D1-DF57FA9C32E6}"/>
              </a:ext>
            </a:extLst>
          </p:cNvPr>
          <p:cNvSpPr/>
          <p:nvPr/>
        </p:nvSpPr>
        <p:spPr>
          <a:xfrm>
            <a:off x="2349190" y="8611740"/>
            <a:ext cx="1537010" cy="838200"/>
          </a:xfrm>
          <a:prstGeom prst="round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0D4084E-85A8-F046-E441-D98197DD213C}"/>
              </a:ext>
            </a:extLst>
          </p:cNvPr>
          <p:cNvSpPr txBox="1"/>
          <p:nvPr/>
        </p:nvSpPr>
        <p:spPr>
          <a:xfrm>
            <a:off x="2414137" y="8173628"/>
            <a:ext cx="1392783" cy="1205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End -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rot="-1211742">
            <a:off x="12723277" y="3585978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50"/>
                </a:lnTo>
                <a:lnTo>
                  <a:pt x="0" y="49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49200" y="727519"/>
            <a:ext cx="2626573" cy="2655542"/>
          </a:xfrm>
          <a:custGeom>
            <a:avLst/>
            <a:gdLst/>
            <a:ahLst/>
            <a:cxnLst/>
            <a:rect l="l" t="t" r="r" b="b"/>
            <a:pathLst>
              <a:path w="2626573" h="2655542">
                <a:moveTo>
                  <a:pt x="0" y="0"/>
                </a:moveTo>
                <a:lnTo>
                  <a:pt x="2626573" y="0"/>
                </a:lnTo>
                <a:lnTo>
                  <a:pt x="2626573" y="2655542"/>
                </a:lnTo>
                <a:lnTo>
                  <a:pt x="0" y="2655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982939"/>
            <a:ext cx="10382667" cy="129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78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The BREAK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5600700"/>
            <a:ext cx="14296136" cy="11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10"/>
              </a:lnSpc>
            </a:pP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</a:t>
            </a:r>
            <a:r>
              <a:rPr lang="en-US" sz="3292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statement is used to </a:t>
            </a:r>
            <a:r>
              <a:rPr lang="en-US" sz="3292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terminate the nearest enclosing loop</a:t>
            </a: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immediately, regardless of the loop condition.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D0F2E5B-C223-70B9-A099-6E64CF4A3D77}"/>
              </a:ext>
            </a:extLst>
          </p:cNvPr>
          <p:cNvSpPr txBox="1"/>
          <p:nvPr/>
        </p:nvSpPr>
        <p:spPr>
          <a:xfrm>
            <a:off x="0" y="0"/>
            <a:ext cx="1633517" cy="309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41"/>
              </a:lnSpc>
              <a:spcBef>
                <a:spcPct val="0"/>
              </a:spcBef>
            </a:pPr>
            <a:r>
              <a:rPr lang="en-US" sz="184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:(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15894" y="845808"/>
            <a:ext cx="1188232" cy="1542325"/>
          </a:xfrm>
          <a:custGeom>
            <a:avLst/>
            <a:gdLst/>
            <a:ahLst/>
            <a:cxnLst/>
            <a:rect l="l" t="t" r="r" b="b"/>
            <a:pathLst>
              <a:path w="1188232" h="1542325">
                <a:moveTo>
                  <a:pt x="0" y="0"/>
                </a:moveTo>
                <a:lnTo>
                  <a:pt x="1188232" y="0"/>
                </a:lnTo>
                <a:lnTo>
                  <a:pt x="1188232" y="1542325"/>
                </a:lnTo>
                <a:lnTo>
                  <a:pt x="0" y="15423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12295" y="1796062"/>
            <a:ext cx="13711638" cy="129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64"/>
              </a:lnSpc>
              <a:spcBef>
                <a:spcPct val="0"/>
              </a:spcBef>
            </a:pPr>
            <a:r>
              <a:rPr lang="en-US" sz="78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Example – To stop a search early</a:t>
            </a:r>
          </a:p>
        </p:txBody>
      </p:sp>
      <p:pic>
        <p:nvPicPr>
          <p:cNvPr id="24" name="Picture 2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C36BC9C6-27CB-9C49-30FF-4381DCBC53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43300"/>
            <a:ext cx="12954000" cy="5867400"/>
          </a:xfrm>
          <a:prstGeom prst="roundRect">
            <a:avLst>
              <a:gd name="adj" fmla="val 1837"/>
            </a:avLst>
          </a:prstGeom>
        </p:spPr>
      </p:pic>
      <p:sp>
        <p:nvSpPr>
          <p:cNvPr id="3" name="Freeform 3"/>
          <p:cNvSpPr/>
          <p:nvPr/>
        </p:nvSpPr>
        <p:spPr>
          <a:xfrm rot="-1211742">
            <a:off x="13693922" y="6227874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50"/>
                </a:lnTo>
                <a:lnTo>
                  <a:pt x="0" y="49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C5A8-DFDD-DD5F-1D6A-5B19954D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5503C4-0164-F8EA-2E78-590610DBA5E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268B0B-46F0-7662-DC17-048611233AFE}"/>
              </a:ext>
            </a:extLst>
          </p:cNvPr>
          <p:cNvSpPr/>
          <p:nvPr/>
        </p:nvSpPr>
        <p:spPr>
          <a:xfrm rot="-1211742">
            <a:off x="12268535" y="7086359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50"/>
                </a:lnTo>
                <a:lnTo>
                  <a:pt x="0" y="49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702452C-6213-248E-640D-603CCE06E195}"/>
              </a:ext>
            </a:extLst>
          </p:cNvPr>
          <p:cNvSpPr txBox="1"/>
          <p:nvPr/>
        </p:nvSpPr>
        <p:spPr>
          <a:xfrm>
            <a:off x="0" y="3861108"/>
            <a:ext cx="10382667" cy="129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78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The CONTINUE Statement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7531E2-4AC2-FAB2-5F87-B578F8E3A1A0}"/>
              </a:ext>
            </a:extLst>
          </p:cNvPr>
          <p:cNvSpPr txBox="1"/>
          <p:nvPr/>
        </p:nvSpPr>
        <p:spPr>
          <a:xfrm>
            <a:off x="816758" y="5450601"/>
            <a:ext cx="14296136" cy="35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10"/>
              </a:lnSpc>
            </a:pP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</a:t>
            </a:r>
            <a:r>
              <a:rPr lang="en-US" sz="3292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statement is used to </a:t>
            </a:r>
            <a:r>
              <a:rPr lang="en-US" sz="3292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skip the remaining statements of the current iteration </a:t>
            </a: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and move on to the next iteration of the loop</a:t>
            </a:r>
          </a:p>
          <a:p>
            <a:pPr marL="0" lvl="0" indent="0" algn="just">
              <a:lnSpc>
                <a:spcPts val="4610"/>
              </a:lnSpc>
            </a:pPr>
            <a:endParaRPr lang="en-US" sz="3292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>
              <a:lnSpc>
                <a:spcPts val="4610"/>
              </a:lnSpc>
            </a:pP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Unlike break, </a:t>
            </a:r>
            <a:r>
              <a:rPr lang="en-US" sz="3292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continue doesn’t exit the loop</a:t>
            </a:r>
            <a:r>
              <a:rPr lang="en-US" sz="3292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 It only skips one iteration.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2235877-1FD1-14E8-B175-BD52472CC585}"/>
              </a:ext>
            </a:extLst>
          </p:cNvPr>
          <p:cNvSpPr txBox="1"/>
          <p:nvPr/>
        </p:nvSpPr>
        <p:spPr>
          <a:xfrm>
            <a:off x="0" y="0"/>
            <a:ext cx="1633517" cy="309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41"/>
              </a:lnSpc>
              <a:spcBef>
                <a:spcPct val="0"/>
              </a:spcBef>
            </a:pPr>
            <a:r>
              <a:rPr lang="en-US" sz="184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:( </a:t>
            </a:r>
          </a:p>
        </p:txBody>
      </p:sp>
      <p:sp>
        <p:nvSpPr>
          <p:cNvPr id="5" name="Freeform 4"/>
          <p:cNvSpPr/>
          <p:nvPr/>
        </p:nvSpPr>
        <p:spPr>
          <a:xfrm>
            <a:off x="12877305" y="1546256"/>
            <a:ext cx="2538423" cy="1730743"/>
          </a:xfrm>
          <a:custGeom>
            <a:avLst/>
            <a:gdLst/>
            <a:ahLst/>
            <a:cxnLst/>
            <a:rect l="l" t="t" r="r" b="b"/>
            <a:pathLst>
              <a:path w="2538423" h="1730743">
                <a:moveTo>
                  <a:pt x="0" y="0"/>
                </a:moveTo>
                <a:lnTo>
                  <a:pt x="2538423" y="0"/>
                </a:lnTo>
                <a:lnTo>
                  <a:pt x="2538423" y="1730742"/>
                </a:lnTo>
                <a:lnTo>
                  <a:pt x="0" y="17307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6977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1B9D8-D920-1441-8DDA-3EA73D37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EB52F1-9490-E1F3-FDB3-803E3C58101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B12C72-C736-7E84-482C-6999BFB606ED}"/>
              </a:ext>
            </a:extLst>
          </p:cNvPr>
          <p:cNvSpPr/>
          <p:nvPr/>
        </p:nvSpPr>
        <p:spPr>
          <a:xfrm rot="-1211742">
            <a:off x="15680662" y="3153125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50"/>
                </a:lnTo>
                <a:lnTo>
                  <a:pt x="0" y="49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44629D-E76A-39B7-177C-018B8EACAB1A}"/>
              </a:ext>
            </a:extLst>
          </p:cNvPr>
          <p:cNvSpPr txBox="1"/>
          <p:nvPr/>
        </p:nvSpPr>
        <p:spPr>
          <a:xfrm>
            <a:off x="7375" y="1872880"/>
            <a:ext cx="13711638" cy="1298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64"/>
              </a:lnSpc>
              <a:spcBef>
                <a:spcPct val="0"/>
              </a:spcBef>
            </a:pPr>
            <a:r>
              <a:rPr lang="en-US" sz="78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Example – To skip unwanted values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1F1C7B6-44A9-4394-57E8-3772093C75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759289"/>
            <a:ext cx="12954000" cy="3848100"/>
          </a:xfrm>
          <a:prstGeom prst="roundRect">
            <a:avLst>
              <a:gd name="adj" fmla="val 2869"/>
            </a:avLst>
          </a:prstGeom>
        </p:spPr>
      </p:pic>
      <p:sp>
        <p:nvSpPr>
          <p:cNvPr id="6" name="Freeform 6"/>
          <p:cNvSpPr/>
          <p:nvPr/>
        </p:nvSpPr>
        <p:spPr>
          <a:xfrm>
            <a:off x="14381390" y="1003379"/>
            <a:ext cx="1261903" cy="1542325"/>
          </a:xfrm>
          <a:custGeom>
            <a:avLst/>
            <a:gdLst/>
            <a:ahLst/>
            <a:cxnLst/>
            <a:rect l="l" t="t" r="r" b="b"/>
            <a:pathLst>
              <a:path w="1261903" h="1542325">
                <a:moveTo>
                  <a:pt x="0" y="0"/>
                </a:moveTo>
                <a:lnTo>
                  <a:pt x="1261903" y="0"/>
                </a:lnTo>
                <a:lnTo>
                  <a:pt x="1261903" y="1542325"/>
                </a:lnTo>
                <a:lnTo>
                  <a:pt x="0" y="1542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03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11742">
            <a:off x="15680662" y="3153125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50"/>
                </a:lnTo>
                <a:lnTo>
                  <a:pt x="0" y="49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91749" y="1691397"/>
            <a:ext cx="1710853" cy="1710853"/>
          </a:xfrm>
          <a:custGeom>
            <a:avLst/>
            <a:gdLst/>
            <a:ahLst/>
            <a:cxnLst/>
            <a:rect l="l" t="t" r="r" b="b"/>
            <a:pathLst>
              <a:path w="1710853" h="1710853">
                <a:moveTo>
                  <a:pt x="0" y="0"/>
                </a:moveTo>
                <a:lnTo>
                  <a:pt x="1710852" y="0"/>
                </a:lnTo>
                <a:lnTo>
                  <a:pt x="1710852" y="1710853"/>
                </a:lnTo>
                <a:lnTo>
                  <a:pt x="0" y="17108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2400" y="2885442"/>
            <a:ext cx="6409383" cy="1298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78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Some use cases: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F41D64C-C42A-A8F6-1105-388DBA94E406}"/>
              </a:ext>
            </a:extLst>
          </p:cNvPr>
          <p:cNvSpPr txBox="1"/>
          <p:nvPr/>
        </p:nvSpPr>
        <p:spPr>
          <a:xfrm>
            <a:off x="0" y="0"/>
            <a:ext cx="1633517" cy="309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41"/>
              </a:lnSpc>
              <a:spcBef>
                <a:spcPct val="0"/>
              </a:spcBef>
            </a:pPr>
            <a:r>
              <a:rPr lang="en-US" sz="184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:(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39150E-214B-53F7-7C5A-CA3125462D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12" t="5844" r="5980" b="11516"/>
          <a:stretch>
            <a:fillRect/>
          </a:stretch>
        </p:blipFill>
        <p:spPr>
          <a:xfrm>
            <a:off x="1752600" y="4272875"/>
            <a:ext cx="11201400" cy="5486400"/>
          </a:xfrm>
          <a:prstGeom prst="roundRect">
            <a:avLst>
              <a:gd name="adj" fmla="val 3782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11742">
            <a:off x="15680662" y="3153125"/>
            <a:ext cx="308057" cy="498250"/>
          </a:xfrm>
          <a:custGeom>
            <a:avLst/>
            <a:gdLst/>
            <a:ahLst/>
            <a:cxnLst/>
            <a:rect l="l" t="t" r="r" b="b"/>
            <a:pathLst>
              <a:path w="308057" h="498250">
                <a:moveTo>
                  <a:pt x="0" y="0"/>
                </a:moveTo>
                <a:lnTo>
                  <a:pt x="308057" y="0"/>
                </a:lnTo>
                <a:lnTo>
                  <a:pt x="308057" y="498250"/>
                </a:lnTo>
                <a:lnTo>
                  <a:pt x="0" y="49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304800" y="3280370"/>
            <a:ext cx="7242131" cy="14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64"/>
              </a:lnSpc>
              <a:spcBef>
                <a:spcPct val="0"/>
              </a:spcBef>
            </a:pPr>
            <a:r>
              <a:rPr lang="en-US" sz="115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Analogy?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169310"/>
            <a:ext cx="14782800" cy="1264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105"/>
              </a:lnSpc>
              <a:spcBef>
                <a:spcPct val="0"/>
              </a:spcBef>
            </a:pPr>
            <a:r>
              <a:rPr lang="en-US" sz="364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BREAK – “Teacher says class is dismissed - everyone leaves immediately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50985-F6F9-BFA1-9F11-BF6CD6A1644B}"/>
              </a:ext>
            </a:extLst>
          </p:cNvPr>
          <p:cNvSpPr txBox="1"/>
          <p:nvPr/>
        </p:nvSpPr>
        <p:spPr>
          <a:xfrm>
            <a:off x="990599" y="7208835"/>
            <a:ext cx="14613527" cy="1264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105"/>
              </a:lnSpc>
              <a:spcBef>
                <a:spcPct val="0"/>
              </a:spcBef>
            </a:pPr>
            <a:r>
              <a:rPr lang="en-US" sz="364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CONTINUE – “Teacher says skip this topic – move on to next topic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1C598F47-4E88-C5BA-D4C5-33A784D8AC99}"/>
              </a:ext>
            </a:extLst>
          </p:cNvPr>
          <p:cNvSpPr/>
          <p:nvPr/>
        </p:nvSpPr>
        <p:spPr>
          <a:xfrm>
            <a:off x="12115800" y="598387"/>
            <a:ext cx="2209104" cy="2430015"/>
          </a:xfrm>
          <a:custGeom>
            <a:avLst/>
            <a:gdLst/>
            <a:ahLst/>
            <a:cxnLst/>
            <a:rect l="l" t="t" r="r" b="b"/>
            <a:pathLst>
              <a:path w="2209104" h="2430015">
                <a:moveTo>
                  <a:pt x="0" y="0"/>
                </a:moveTo>
                <a:lnTo>
                  <a:pt x="2209105" y="0"/>
                </a:lnTo>
                <a:lnTo>
                  <a:pt x="2209105" y="2430014"/>
                </a:lnTo>
                <a:lnTo>
                  <a:pt x="0" y="24300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4ECCEDA-FA64-D5CC-9AEE-EBCEEDEEB9F7}"/>
              </a:ext>
            </a:extLst>
          </p:cNvPr>
          <p:cNvSpPr txBox="1"/>
          <p:nvPr/>
        </p:nvSpPr>
        <p:spPr>
          <a:xfrm>
            <a:off x="0" y="0"/>
            <a:ext cx="1633517" cy="3092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41"/>
              </a:lnSpc>
              <a:spcBef>
                <a:spcPct val="0"/>
              </a:spcBef>
            </a:pPr>
            <a:r>
              <a:rPr lang="en-US" sz="184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:(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F91C86-B56E-89E2-2FAB-C20253BD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 descr="A person with long curly hair and beard&#10;&#10;AI-generated content may be incorrect.">
            <a:extLst>
              <a:ext uri="{FF2B5EF4-FFF2-40B4-BE49-F238E27FC236}">
                <a16:creationId xmlns:a16="http://schemas.microsoft.com/office/drawing/2014/main" id="{F508822C-F19C-25E4-89A5-9CF7943D9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754">
            <a:off x="12871024" y="4818069"/>
            <a:ext cx="50551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3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173</Words>
  <Application>Microsoft Office PowerPoint</Application>
  <PresentationFormat>Custom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VT323</vt:lpstr>
      <vt:lpstr>Consolas</vt:lpstr>
      <vt:lpstr>Calibri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Computer Viruses Presentation in Blue Red Vibrant Modern Style</dc:title>
  <dc:creator>loq</dc:creator>
  <cp:lastModifiedBy>Aditya Raj</cp:lastModifiedBy>
  <cp:revision>6</cp:revision>
  <dcterms:created xsi:type="dcterms:W3CDTF">2006-08-16T00:00:00Z</dcterms:created>
  <dcterms:modified xsi:type="dcterms:W3CDTF">2025-11-20T20:32:50Z</dcterms:modified>
  <dc:identifier>DAG4lJi9LoQ</dc:identifier>
</cp:coreProperties>
</file>